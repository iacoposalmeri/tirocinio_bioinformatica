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it-IT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6769" name="Segnaposto intestazion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147457637" name="Segnaposto dat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it-IT"/>
              <a:t>10/30/2013</a:t>
            </a:fld>
            <a:endParaRPr lang="it-IT"/>
          </a:p>
        </p:txBody>
      </p:sp>
      <p:sp>
        <p:nvSpPr>
          <p:cNvPr id="1237229921" name="Segnaposto immagin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it-IT"/>
          </a:p>
        </p:txBody>
      </p:sp>
      <p:sp>
        <p:nvSpPr>
          <p:cNvPr id="611146479" name="Segnaposto Note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941402088" name="Segnaposto piè di pa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167857152" name="Segnaposto numero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it-IT"/>
              <a:t>‹#›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EA404E-751D-1642-AAE1-60FD865F09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69E82-445C-75AB-06E7-3C447E26705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34A021-F62E-2C7E-5620-4FAE734C0A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2C2885-005B-52E9-14BE-8FB0B38BA1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8188A7-A3FA-42CE-EE32-4CF00C23F9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541E5-9409-B4F1-6511-CA490ED291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0951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9053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909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2D62A9-3E3B-B011-EB25-2D679584D0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2882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1271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085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F6B9C9-7A53-7BD7-D542-BE72DE603C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7D6281-7BC3-8D5D-DC0B-73DED5A09C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AA56B-0BF6-0195-CE65-B5C09FF681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a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329732" name="Tito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894729011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 lang="it-IT"/>
          </a:p>
        </p:txBody>
      </p:sp>
      <p:sp>
        <p:nvSpPr>
          <p:cNvPr id="1648933676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749830354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07647736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olo e contenu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824780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75958592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141278760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2027895287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81222585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Intestazione sezio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799651" name="Tito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592929431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772000836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603738680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34466801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ue contenut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8429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849487763" name="Segnaposto contenut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2110743646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931360009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692938889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30364606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nfron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023027" name="Tito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969094965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1715251455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2114147752" name="Segnaposto tes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293949471" name="Segnaposto contenut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68468600" name="Segnaposto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89375185" name="Segnaposto piè di pa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33565426" name="Segnaposto numero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lo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1990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262185479" name="Segnaposto dat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283363057" name="Segnaposto piè di pa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67733584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uot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396666" name="Segnaposto dat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514152784" name="Segnaposto piè di pa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49382094" name="Segnaposto numero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to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913122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853534740" name="Segnaposto contenut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128050054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1794629254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199939241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67557168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magine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633013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654446825" name="Segnaposto immagin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it-IT"/>
              <a:t>Fare clic sull'icona per aggiungere un'immagine</a:t>
            </a:r>
            <a:endParaRPr lang="it-IT"/>
          </a:p>
        </p:txBody>
      </p:sp>
      <p:sp>
        <p:nvSpPr>
          <p:cNvPr id="227353655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1566165315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472373116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55593130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738975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211040466" name="Segnaposto testo verticale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2043751925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668394082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74783570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206197" name="Titolo vertica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375139903" name="Segnaposto testo verticale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54241523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719689178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56710195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837129" name="Segnaposto tito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285161486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487188857" name="Segnaposto dat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624608544" name="Segnaposto piè di pa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341540003" name="Segnaposto numero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455117" name="Titolo 1"/>
          <p:cNvSpPr>
            <a:spLocks noGrp="1"/>
          </p:cNvSpPr>
          <p:nvPr>
            <p:ph type="title"/>
          </p:nvPr>
        </p:nvSpPr>
        <p:spPr bwMode="auto">
          <a:xfrm>
            <a:off x="838199" y="-139139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No riduzioni</a:t>
            </a:r>
            <a:endParaRPr/>
          </a:p>
        </p:txBody>
      </p:sp>
      <p:graphicFrame>
        <p:nvGraphicFramePr>
          <p:cNvPr id="806303064" name=""/>
          <p:cNvGraphicFramePr>
            <a:graphicFrameLocks xmlns:a="http://schemas.openxmlformats.org/drawingml/2006/main"/>
          </p:cNvGraphicFramePr>
          <p:nvPr/>
        </p:nvGraphicFramePr>
        <p:xfrm>
          <a:off x="429970" y="4313143"/>
          <a:ext cx="5035698" cy="1920874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699402"/>
                <a:gridCol w="508656"/>
                <a:gridCol w="1360655"/>
                <a:gridCol w="2466983"/>
              </a:tblGrid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Modello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cutoff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Media_f1_macro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Deviazione_standard_f1_macro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0,741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XGB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XGB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652803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803788"/>
            <a:ext cx="12191999" cy="34049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02052" name="Titolo 1"/>
          <p:cNvSpPr>
            <a:spLocks noGrp="1"/>
          </p:cNvSpPr>
          <p:nvPr>
            <p:ph type="title"/>
          </p:nvPr>
        </p:nvSpPr>
        <p:spPr bwMode="auto">
          <a:xfrm>
            <a:off x="402515" y="126999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No riduzioni rclr</a:t>
            </a:r>
            <a:endParaRPr/>
          </a:p>
        </p:txBody>
      </p:sp>
      <p:graphicFrame>
        <p:nvGraphicFramePr>
          <p:cNvPr id="117149467" name=""/>
          <p:cNvGraphicFramePr>
            <a:graphicFrameLocks xmlns:a="http://schemas.openxmlformats.org/drawingml/2006/main"/>
          </p:cNvGraphicFramePr>
          <p:nvPr/>
        </p:nvGraphicFramePr>
        <p:xfrm>
          <a:off x="463676" y="4537261"/>
          <a:ext cx="5196639" cy="1920874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761367"/>
                <a:gridCol w="483408"/>
                <a:gridCol w="1607332"/>
                <a:gridCol w="2344530"/>
              </a:tblGrid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Modello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cutoff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Media_f1_macro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Deviazione_standard_f1_macro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0,710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XGB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XGB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0,697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XGB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0,694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XGB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0,687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42114281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1044429"/>
            <a:ext cx="12191999" cy="34087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972543" name="Titolo 1"/>
          <p:cNvSpPr>
            <a:spLocks noGrp="1"/>
          </p:cNvSpPr>
          <p:nvPr>
            <p:ph type="title"/>
          </p:nvPr>
        </p:nvSpPr>
        <p:spPr bwMode="auto">
          <a:xfrm>
            <a:off x="123824" y="933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SKB</a:t>
            </a:r>
            <a:endParaRPr/>
          </a:p>
        </p:txBody>
      </p:sp>
      <p:graphicFrame>
        <p:nvGraphicFramePr>
          <p:cNvPr id="1111880498" name=""/>
          <p:cNvGraphicFramePr>
            <a:graphicFrameLocks xmlns:a="http://schemas.openxmlformats.org/drawingml/2006/main"/>
          </p:cNvGraphicFramePr>
          <p:nvPr/>
        </p:nvGraphicFramePr>
        <p:xfrm>
          <a:off x="603749" y="4579283"/>
          <a:ext cx="5840977" cy="1920874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855771"/>
                <a:gridCol w="543346"/>
                <a:gridCol w="1806627"/>
                <a:gridCol w="2635231"/>
              </a:tblGrid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Modello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cutoff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Media_f1_macro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Deviazione_standard_f1_macro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0,710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XGB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XGB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0,697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XGB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0,694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XGB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0,687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20512193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0036" y="1052252"/>
            <a:ext cx="12191999" cy="34087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384351" name="Titolo 1"/>
          <p:cNvSpPr>
            <a:spLocks noGrp="1"/>
          </p:cNvSpPr>
          <p:nvPr>
            <p:ph type="title"/>
          </p:nvPr>
        </p:nvSpPr>
        <p:spPr bwMode="auto">
          <a:xfrm>
            <a:off x="193861" y="56963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SKB rclr</a:t>
            </a:r>
            <a:endParaRPr/>
          </a:p>
        </p:txBody>
      </p:sp>
      <p:graphicFrame>
        <p:nvGraphicFramePr>
          <p:cNvPr id="817009421" name=""/>
          <p:cNvGraphicFramePr>
            <a:graphicFrameLocks xmlns:a="http://schemas.openxmlformats.org/drawingml/2006/main"/>
          </p:cNvGraphicFramePr>
          <p:nvPr/>
        </p:nvGraphicFramePr>
        <p:xfrm>
          <a:off x="393639" y="4481232"/>
          <a:ext cx="5904290" cy="1920874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793113"/>
                <a:gridCol w="503564"/>
                <a:gridCol w="490974"/>
                <a:gridCol w="1674351"/>
                <a:gridCol w="2442286"/>
              </a:tblGrid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Modello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cutoff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k_skb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Media_f1_macro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Deviazione_standard_f1_macro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0,015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85583242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982216"/>
            <a:ext cx="12191999" cy="34087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655018" name="Titolo 1"/>
          <p:cNvSpPr>
            <a:spLocks noGrp="1"/>
          </p:cNvSpPr>
          <p:nvPr>
            <p:ph type="title"/>
          </p:nvPr>
        </p:nvSpPr>
        <p:spPr bwMode="auto">
          <a:xfrm>
            <a:off x="81802" y="4295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PCA</a:t>
            </a:r>
            <a:endParaRPr/>
          </a:p>
        </p:txBody>
      </p:sp>
      <p:graphicFrame>
        <p:nvGraphicFramePr>
          <p:cNvPr id="291938970" name=""/>
          <p:cNvGraphicFramePr>
            <a:graphicFrameLocks xmlns:a="http://schemas.openxmlformats.org/drawingml/2006/main"/>
          </p:cNvGraphicFramePr>
          <p:nvPr/>
        </p:nvGraphicFramePr>
        <p:xfrm>
          <a:off x="654087" y="4663327"/>
          <a:ext cx="6771242" cy="1920874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705104"/>
                <a:gridCol w="447685"/>
                <a:gridCol w="928947"/>
                <a:gridCol w="1029676"/>
                <a:gridCol w="1488553"/>
                <a:gridCol w="2171274"/>
              </a:tblGrid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Modello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cutoff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varianza_pca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n_componenti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Media_f1_macro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Deviazione_standard_f1_macro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0,744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0,742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272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72838709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982216"/>
            <a:ext cx="12191999" cy="34087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854554" name="Titolo 1"/>
          <p:cNvSpPr>
            <a:spLocks noGrp="1"/>
          </p:cNvSpPr>
          <p:nvPr>
            <p:ph type="title"/>
          </p:nvPr>
        </p:nvSpPr>
        <p:spPr bwMode="auto">
          <a:xfrm>
            <a:off x="67795" y="70970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SKB+PCA</a:t>
            </a:r>
            <a:endParaRPr/>
          </a:p>
        </p:txBody>
      </p:sp>
      <p:graphicFrame>
        <p:nvGraphicFramePr>
          <p:cNvPr id="841734986" name=""/>
          <p:cNvGraphicFramePr>
            <a:graphicFrameLocks xmlns:a="http://schemas.openxmlformats.org/drawingml/2006/main"/>
          </p:cNvGraphicFramePr>
          <p:nvPr/>
        </p:nvGraphicFramePr>
        <p:xfrm>
          <a:off x="267573" y="4593291"/>
          <a:ext cx="7571166" cy="1920874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740657"/>
                <a:gridCol w="470258"/>
                <a:gridCol w="458502"/>
                <a:gridCol w="975786"/>
                <a:gridCol w="1081595"/>
                <a:gridCol w="1563610"/>
                <a:gridCol w="2280754"/>
              </a:tblGrid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Modello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cutoff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k_skb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varianza_pca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n_componenti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Media_f1_macro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Deviazione_standard_f1_macro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0,740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66058584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948026"/>
            <a:ext cx="12191999" cy="36452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129141" name="Titolo 1"/>
          <p:cNvSpPr>
            <a:spLocks noGrp="1"/>
          </p:cNvSpPr>
          <p:nvPr>
            <p:ph type="title"/>
          </p:nvPr>
        </p:nvSpPr>
        <p:spPr bwMode="auto">
          <a:xfrm>
            <a:off x="67795" y="70970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SKB+PCA</a:t>
            </a:r>
            <a:endParaRPr/>
          </a:p>
        </p:txBody>
      </p:sp>
      <p:graphicFrame>
        <p:nvGraphicFramePr>
          <p:cNvPr id="559752540" name=""/>
          <p:cNvGraphicFramePr>
            <a:graphicFrameLocks xmlns:a="http://schemas.openxmlformats.org/drawingml/2006/main"/>
          </p:cNvGraphicFramePr>
          <p:nvPr/>
        </p:nvGraphicFramePr>
        <p:xfrm>
          <a:off x="267573" y="4593291"/>
          <a:ext cx="7571166" cy="1920874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740657"/>
                <a:gridCol w="470258"/>
                <a:gridCol w="458502"/>
                <a:gridCol w="975786"/>
                <a:gridCol w="1081595"/>
                <a:gridCol w="1563610"/>
                <a:gridCol w="2280754"/>
              </a:tblGrid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Modello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cutoff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k_skb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varianza_pca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n_componenti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Media_f1_macro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Deviazione_standard_f1_macro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0,740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59246475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948026"/>
            <a:ext cx="12191999" cy="36452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656755" name="Titolo 1"/>
          <p:cNvSpPr>
            <a:spLocks noGrp="1"/>
          </p:cNvSpPr>
          <p:nvPr>
            <p:ph type="title"/>
          </p:nvPr>
        </p:nvSpPr>
        <p:spPr bwMode="auto">
          <a:xfrm>
            <a:off x="67795" y="70970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SKB+PCA</a:t>
            </a:r>
            <a:endParaRPr/>
          </a:p>
        </p:txBody>
      </p:sp>
      <p:graphicFrame>
        <p:nvGraphicFramePr>
          <p:cNvPr id="374917174" name=""/>
          <p:cNvGraphicFramePr>
            <a:graphicFrameLocks xmlns:a="http://schemas.openxmlformats.org/drawingml/2006/main"/>
          </p:cNvGraphicFramePr>
          <p:nvPr/>
        </p:nvGraphicFramePr>
        <p:xfrm>
          <a:off x="267573" y="4593291"/>
          <a:ext cx="7571166" cy="1920874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740657"/>
                <a:gridCol w="470258"/>
                <a:gridCol w="458502"/>
                <a:gridCol w="975786"/>
                <a:gridCol w="1081595"/>
                <a:gridCol w="1563610"/>
                <a:gridCol w="2280754"/>
              </a:tblGrid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Modello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cutoff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k_skb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varianza_pca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n_componenti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Media_f1_macro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Deviazione_standard_f1_macro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0,740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35547146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948026"/>
            <a:ext cx="12191999" cy="36452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9991407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Report totale per media f1</a:t>
            </a:r>
            <a:endParaRPr/>
          </a:p>
        </p:txBody>
      </p:sp>
      <p:graphicFrame>
        <p:nvGraphicFramePr>
          <p:cNvPr id="1781615085" name=""/>
          <p:cNvGraphicFramePr>
            <a:graphicFrameLocks xmlns:a="http://schemas.openxmlformats.org/drawingml/2006/main"/>
          </p:cNvGraphicFramePr>
          <p:nvPr/>
        </p:nvGraphicFramePr>
        <p:xfrm>
          <a:off x="911911" y="1371600"/>
          <a:ext cx="3600000" cy="807652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828997"/>
                <a:gridCol w="602907"/>
                <a:gridCol w="1612777"/>
                <a:gridCol w="2924100"/>
                <a:gridCol w="587834"/>
                <a:gridCol w="1251032"/>
                <a:gridCol w="1386686"/>
              </a:tblGrid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Modello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cutoff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Media_f1_macro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Deviazione_standard_f1_macro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k_skb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varianza_pca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n_componenti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0,744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0,742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0,742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0,742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0,741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0,740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0,015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272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XGB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XGB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0,041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73780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Report totale</a:t>
            </a:r>
            <a:r>
              <a:rPr/>
              <a:t> per deviazione standard</a:t>
            </a:r>
            <a:endParaRPr/>
          </a:p>
        </p:txBody>
      </p:sp>
      <p:graphicFrame>
        <p:nvGraphicFramePr>
          <p:cNvPr id="2146367153" name=""/>
          <p:cNvGraphicFramePr>
            <a:graphicFrameLocks xmlns:a="http://schemas.openxmlformats.org/drawingml/2006/main"/>
          </p:cNvGraphicFramePr>
          <p:nvPr/>
        </p:nvGraphicFramePr>
        <p:xfrm>
          <a:off x="838199" y="1371600"/>
          <a:ext cx="3600000" cy="807652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835643"/>
                <a:gridCol w="607740"/>
                <a:gridCol w="1625707"/>
                <a:gridCol w="2947543"/>
                <a:gridCol w="592547"/>
                <a:gridCol w="1261062"/>
                <a:gridCol w="1397804"/>
              </a:tblGrid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Modello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cutoff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Media_f1_macro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Deviazione_standard_f1_macro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k_skb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varianza_pca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n_componenti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0,015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0,666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0,015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0,666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0,015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0,666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0,015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XGB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0,709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XGB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0,663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0,730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112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0,673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0,95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0,724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0,596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0,026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0,691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  <a:tr h="174625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0,721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0,027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0,8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103</a:t>
                      </a: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2012-12-03T06:56:55Z</dcterms:created>
  <dcterms:modified xsi:type="dcterms:W3CDTF">2026-05-21T16:52:23Z</dcterms:modified>
</cp:coreProperties>
</file>